
<file path=[Content_Types].xml><?xml version="1.0" encoding="utf-8"?>
<ns0:Types xmlns:ns0="http://schemas.openxmlformats.org/package/2006/content-types">
  <ns0:Default ContentType="image/jpeg" Extension="jpeg"/>
  <ns0:Default ContentType="image/.jpg" Extension="JPG"/>
  <ns0:Default ContentType="image/png" Extension="png"/>
  <ns0:Default ContentType="application/vnd.openxmlformats-package.relationships+xml" Extension="rels"/>
  <ns0:Default ContentType="application/xml" Extension="xml"/>
  <ns0:Override ContentType="application/vnd.openxmlformats-officedocument.extended-properties+xml" PartName="/docProps/app.xml"/>
  <ns0:Override ContentType="application/vnd.openxmlformats-package.core-properties+xml" PartName="/docProps/core.xml"/>
  <ns0:Override ContentType="application/vnd.openxmlformats-officedocument.custom-properties+xml" PartName="/docProps/custom.xml"/>
  <ns0:Override ContentType="application/vnd.openxmlformats-officedocument.drawingml.diagramColors+xml" PartName="/ppt/diagrams/colors1.xml"/>
  <ns0:Override ContentType="application/vnd.openxmlformats-officedocument.drawingml.diagramData+xml" PartName="/ppt/diagrams/data1.xml"/>
  <ns0:Override ContentType="application/vnd.ms-office.drawingml.diagramDrawing+xml" PartName="/ppt/diagrams/drawing1.xml"/>
  <ns0:Override ContentType="application/vnd.openxmlformats-officedocument.drawingml.diagramLayout+xml" PartName="/ppt/diagrams/layout1.xml"/>
  <ns0:Override ContentType="application/vnd.openxmlformats-officedocument.drawingml.diagramStyle+xml" PartName="/ppt/diagrams/quickStyle1.xml"/>
  <ns0:Override ContentType="application/vnd.openxmlformats-officedocument.presentationml.handoutMaster+xml" PartName="/ppt/handoutMasters/handoutMaster1.xml"/>
  <ns0:Override ContentType="application/vnd.openxmlformats-officedocument.presentationml.notesMaster+xml" PartName="/ppt/notesMasters/notesMaster1.xml"/>
  <ns0:Override ContentType="application/vnd.openxmlformats-officedocument.presentationml.notesSlide+xml" PartName="/ppt/notesSlides/notesSlide1.xml"/>
  <ns0:Override ContentType="application/vnd.openxmlformats-officedocument.presentationml.notesSlide+xml" PartName="/ppt/notesSlides/notesSlide2.xml"/>
  <ns0:Override ContentType="application/vnd.openxmlformats-officedocument.presentationml.notesSlide+xml" PartName="/ppt/notesSlides/notesSlide3.xml"/>
  <ns0:Override ContentType="application/vnd.openxmlformats-officedocument.presentationml.notesSlide+xml" PartName="/ppt/notesSlides/notesSlide4.xml"/>
  <ns0:Override ContentType="application/vnd.openxmlformats-officedocument.presentationml.notesSlide+xml" PartName="/ppt/notesSlides/notesSlide5.xml"/>
  <ns0:Override ContentType="application/vnd.openxmlformats-officedocument.presentationml.notesSlide+xml" PartName="/ppt/notesSlides/notesSlide6.xml"/>
  <ns0:Override ContentType="application/vnd.openxmlformats-officedocument.presentationml.presProps+xml" PartName="/ppt/presProps.xml"/>
  <ns0:Override ContentType="application/vnd.openxmlformats-officedocument.presentationml.presentation.main+xml" PartName="/ppt/presentation.xml"/>
  <ns0:Override ContentType="application/vnd.openxmlformats-officedocument.presentationml.slideLayout+xml" PartName="/ppt/slideLayouts/slideLayout1.xml"/>
  <ns0:Override ContentType="application/vnd.openxmlformats-officedocument.presentationml.slideLayout+xml" PartName="/ppt/slideLayouts/slideLayout10.xml"/>
  <ns0:Override ContentType="application/vnd.openxmlformats-officedocument.presentationml.slideLayout+xml" PartName="/ppt/slideLayouts/slideLayout11.xml"/>
  <ns0:Override ContentType="application/vnd.openxmlformats-officedocument.presentationml.slideLayout+xml" PartName="/ppt/slideLayouts/slideLayout12.xml"/>
  <ns0:Override ContentType="application/vnd.openxmlformats-officedocument.presentationml.slideLayout+xml" PartName="/ppt/slideLayouts/slideLayout2.xml"/>
  <ns0:Override ContentType="application/vnd.openxmlformats-officedocument.presentationml.slideLayout+xml" PartName="/ppt/slideLayouts/slideLayout3.xml"/>
  <ns0:Override ContentType="application/vnd.openxmlformats-officedocument.presentationml.slideLayout+xml" PartName="/ppt/slideLayouts/slideLayout4.xml"/>
  <ns0:Override ContentType="application/vnd.openxmlformats-officedocument.presentationml.slideLayout+xml" PartName="/ppt/slideLayouts/slideLayout5.xml"/>
  <ns0:Override ContentType="application/vnd.openxmlformats-officedocument.presentationml.slideLayout+xml" PartName="/ppt/slideLayouts/slideLayout6.xml"/>
  <ns0:Override ContentType="application/vnd.openxmlformats-officedocument.presentationml.slideLayout+xml" PartName="/ppt/slideLayouts/slideLayout7.xml"/>
  <ns0:Override ContentType="application/vnd.openxmlformats-officedocument.presentationml.slideLayout+xml" PartName="/ppt/slideLayouts/slideLayout8.xml"/>
  <ns0:Override ContentType="application/vnd.openxmlformats-officedocument.presentationml.slideLayout+xml" PartName="/ppt/slideLayouts/slideLayout9.xml"/>
  <ns0:Override ContentType="application/vnd.openxmlformats-officedocument.presentationml.slideMaster+xml" PartName="/ppt/slideMasters/slideMaster1.xml"/>
  <ns0:Override ContentType="application/vnd.openxmlformats-officedocument.presentationml.slide+xml" PartName="/ppt/slides/slide1.xml"/>
  <ns0:Override ContentType="application/vnd.openxmlformats-officedocument.presentationml.slide+xml" PartName="/ppt/slides/slide10.xml"/>
  <ns0:Override ContentType="application/vnd.openxmlformats-officedocument.presentationml.slide+xml" PartName="/ppt/slides/slide11.xml"/>
  <ns0:Override ContentType="application/vnd.openxmlformats-officedocument.presentationml.slide+xml" PartName="/ppt/slides/slide12.xml"/>
  <ns0:Override ContentType="application/vnd.openxmlformats-officedocument.presentationml.slide+xml" PartName="/ppt/slides/slide13.xml"/>
  <ns0:Override ContentType="application/vnd.openxmlformats-officedocument.presentationml.slide+xml" PartName="/ppt/slides/slide14.xml"/>
  <ns0:Override ContentType="application/vnd.openxmlformats-officedocument.presentationml.slide+xml" PartName="/ppt/slides/slide15.xml"/>
  <ns0:Override ContentType="application/vnd.openxmlformats-officedocument.presentationml.slide+xml" PartName="/ppt/slides/slide2.xml"/>
  <ns0:Override ContentType="application/vnd.openxmlformats-officedocument.presentationml.slide+xml" PartName="/ppt/slides/slide3.xml"/>
  <ns0:Override ContentType="application/vnd.openxmlformats-officedocument.presentationml.slide+xml" PartName="/ppt/slides/slide4.xml"/>
  <ns0:Override ContentType="application/vnd.openxmlformats-officedocument.presentationml.slide+xml" PartName="/ppt/slides/slide5.xml"/>
  <ns0:Override ContentType="application/vnd.openxmlformats-officedocument.presentationml.slide+xml" PartName="/ppt/slides/slide6.xml"/>
  <ns0:Override ContentType="application/vnd.openxmlformats-officedocument.presentationml.slide+xml" PartName="/ppt/slides/slide7.xml"/>
  <ns0:Override ContentType="application/vnd.openxmlformats-officedocument.presentationml.slide+xml" PartName="/ppt/slides/slide8.xml"/>
  <ns0:Override ContentType="application/vnd.openxmlformats-officedocument.presentationml.slide+xml" PartName="/ppt/slides/slide9.xml"/>
  <ns0:Override ContentType="application/vnd.openxmlformats-officedocument.presentationml.tableStyles+xml" PartName="/ppt/tableStyles.xml"/>
  <ns0:Override ContentType="application/vnd.openxmlformats-officedocument.presentationml.tags+xml" PartName="/ppt/tags/tag1.xml"/>
  <ns0:Override ContentType="application/vnd.openxmlformats-officedocument.presentationml.tags+xml" PartName="/ppt/tags/tag10.xml"/>
  <ns0:Override ContentType="application/vnd.openxmlformats-officedocument.presentationml.tags+xml" PartName="/ppt/tags/tag11.xml"/>
  <ns0:Override ContentType="application/vnd.openxmlformats-officedocument.presentationml.tags+xml" PartName="/ppt/tags/tag12.xml"/>
  <ns0:Override ContentType="application/vnd.openxmlformats-officedocument.presentationml.tags+xml" PartName="/ppt/tags/tag13.xml"/>
  <ns0:Override ContentType="application/vnd.openxmlformats-officedocument.presentationml.tags+xml" PartName="/ppt/tags/tag14.xml"/>
  <ns0:Override ContentType="application/vnd.openxmlformats-officedocument.presentationml.tags+xml" PartName="/ppt/tags/tag15.xml"/>
  <ns0:Override ContentType="application/vnd.openxmlformats-officedocument.presentationml.tags+xml" PartName="/ppt/tags/tag16.xml"/>
  <ns0:Override ContentType="application/vnd.openxmlformats-officedocument.presentationml.tags+xml" PartName="/ppt/tags/tag17.xml"/>
  <ns0:Override ContentType="application/vnd.openxmlformats-officedocument.presentationml.tags+xml" PartName="/ppt/tags/tag18.xml"/>
  <ns0:Override ContentType="application/vnd.openxmlformats-officedocument.presentationml.tags+xml" PartName="/ppt/tags/tag19.xml"/>
  <ns0:Override ContentType="application/vnd.openxmlformats-officedocument.presentationml.tags+xml" PartName="/ppt/tags/tag2.xml"/>
  <ns0:Override ContentType="application/vnd.openxmlformats-officedocument.presentationml.tags+xml" PartName="/ppt/tags/tag20.xml"/>
  <ns0:Override ContentType="application/vnd.openxmlformats-officedocument.presentationml.tags+xml" PartName="/ppt/tags/tag21.xml"/>
  <ns0:Override ContentType="application/vnd.openxmlformats-officedocument.presentationml.tags+xml" PartName="/ppt/tags/tag22.xml"/>
  <ns0:Override ContentType="application/vnd.openxmlformats-officedocument.presentationml.tags+xml" PartName="/ppt/tags/tag23.xml"/>
  <ns0:Override ContentType="application/vnd.openxmlformats-officedocument.presentationml.tags+xml" PartName="/ppt/tags/tag24.xml"/>
  <ns0:Override ContentType="application/vnd.openxmlformats-officedocument.presentationml.tags+xml" PartName="/ppt/tags/tag25.xml"/>
  <ns0:Override ContentType="application/vnd.openxmlformats-officedocument.presentationml.tags+xml" PartName="/ppt/tags/tag26.xml"/>
  <ns0:Override ContentType="application/vnd.openxmlformats-officedocument.presentationml.tags+xml" PartName="/ppt/tags/tag27.xml"/>
  <ns0:Override ContentType="application/vnd.openxmlformats-officedocument.presentationml.tags+xml" PartName="/ppt/tags/tag28.xml"/>
  <ns0:Override ContentType="application/vnd.openxmlformats-officedocument.presentationml.tags+xml" PartName="/ppt/tags/tag29.xml"/>
  <ns0:Override ContentType="application/vnd.openxmlformats-officedocument.presentationml.tags+xml" PartName="/ppt/tags/tag3.xml"/>
  <ns0:Override ContentType="application/vnd.openxmlformats-officedocument.presentationml.tags+xml" PartName="/ppt/tags/tag30.xml"/>
  <ns0:Override ContentType="application/vnd.openxmlformats-officedocument.presentationml.tags+xml" PartName="/ppt/tags/tag31.xml"/>
  <ns0:Override ContentType="application/vnd.openxmlformats-officedocument.presentationml.tags+xml" PartName="/ppt/tags/tag32.xml"/>
  <ns0:Override ContentType="application/vnd.openxmlformats-officedocument.presentationml.tags+xml" PartName="/ppt/tags/tag33.xml"/>
  <ns0:Override ContentType="application/vnd.openxmlformats-officedocument.presentationml.tags+xml" PartName="/ppt/tags/tag34.xml"/>
  <ns0:Override ContentType="application/vnd.openxmlformats-officedocument.presentationml.tags+xml" PartName="/ppt/tags/tag35.xml"/>
  <ns0:Override ContentType="application/vnd.openxmlformats-officedocument.presentationml.tags+xml" PartName="/ppt/tags/tag4.xml"/>
  <ns0:Override ContentType="application/vnd.openxmlformats-officedocument.presentationml.tags+xml" PartName="/ppt/tags/tag5.xml"/>
  <ns0:Override ContentType="application/vnd.openxmlformats-officedocument.presentationml.tags+xml" PartName="/ppt/tags/tag6.xml"/>
  <ns0:Override ContentType="application/vnd.openxmlformats-officedocument.presentationml.tags+xml" PartName="/ppt/tags/tag7.xml"/>
  <ns0:Override ContentType="application/vnd.openxmlformats-officedocument.presentationml.tags+xml" PartName="/ppt/tags/tag8.xml"/>
  <ns0:Override ContentType="application/vnd.openxmlformats-officedocument.presentationml.tags+xml" PartName="/ppt/tags/tag9.xml"/>
  <ns0:Override ContentType="application/vnd.openxmlformats-officedocument.theme+xml" PartName="/ppt/theme/theme1.xml"/>
  <ns0:Override ContentType="application/vnd.openxmlformats-officedocument.theme+xml" PartName="/ppt/theme/theme2.xml"/>
  <ns0:Override ContentType="application/vnd.openxmlformats-officedocument.theme+xml" PartName="/ppt/theme/theme3.xml"/>
  <ns0:Override ContentType="application/vnd.openxmlformats-officedocument.presentationml.viewProps+xml" PartName="/ppt/viewProps.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536" r:id="rId3"/>
    <p:sldId id="12982" r:id="rId5"/>
    <p:sldId id="12983" r:id="rId6"/>
    <p:sldId id="12984" r:id="rId7"/>
    <p:sldId id="12985" r:id="rId8"/>
    <p:sldId id="12715" r:id="rId9"/>
    <p:sldId id="538" r:id="rId10"/>
    <p:sldId id="12718" r:id="rId11"/>
    <p:sldId id="12709" r:id="rId12"/>
    <p:sldId id="12758" r:id="rId13"/>
    <p:sldId id="12716" r:id="rId14"/>
    <p:sldId id="12757" r:id="rId15"/>
    <p:sldId id="12759" r:id="rId16"/>
    <p:sldId id="519" r:id="rId17"/>
  </p:sldIdLst>
  <p:sldSz cx="11887200" cy="4663440" type="custom"/>
  <p:notesSz cx="6858000" cy="9144000"/>
  <p:custDataLst>
    <p:tags r:id="rId23"/>
  </p:custDataLst>
  <p:defaultTextStyle>
    <ns2:defPPr>
      <ns2:defRPr lang="zh-CN"/>
    </ns2:defPPr>
    <ns2:lvl1pPr algn="l" defTabSz="914400" eaLnBrk="1" hangingPunct="1" latinLnBrk="0" marL="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1pPr>
    <ns2:lvl2pPr algn="l" defTabSz="914400" eaLnBrk="1" hangingPunct="1" latinLnBrk="0" marL="457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2pPr>
    <ns2:lvl3pPr algn="l" defTabSz="914400" eaLnBrk="1" hangingPunct="1" latinLnBrk="0" marL="914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3pPr>
    <ns2:lvl4pPr algn="l" defTabSz="914400" eaLnBrk="1" hangingPunct="1" latinLnBrk="0" marL="1371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4pPr>
    <ns2:lvl5pPr algn="l" defTabSz="914400" eaLnBrk="1" hangingPunct="1" latinLnBrk="0" marL="18288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5pPr>
    <ns2:lvl6pPr algn="l" defTabSz="914400" eaLnBrk="1" hangingPunct="1" latinLnBrk="0" marL="22860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6pPr>
    <ns2:lvl7pPr algn="l" defTabSz="914400" eaLnBrk="1" hangingPunct="1" latinLnBrk="0" marL="2743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7pPr>
    <ns2:lvl8pPr algn="l" defTabSz="914400" eaLnBrk="1" hangingPunct="1" latinLnBrk="0" marL="3200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8pPr>
    <ns2:lvl9pPr algn="l" defTabSz="914400" eaLnBrk="1" hangingPunct="1" latinLnBrk="0" marL="3657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FEF"/>
    <a:srgbClr val="56CBF5"/>
    <a:srgbClr val="000000"/>
    <a:srgbClr val="8CB140"/>
    <a:srgbClr val="2BC3B6"/>
    <a:srgbClr val="88E8D6"/>
    <a:srgbClr val="6CE2CC"/>
    <a:srgbClr val="CBF5ED"/>
    <a:srgbClr val="9AC248"/>
    <a:srgbClr val="C43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5" autoAdjust="0"/>
    <p:restoredTop sz="85638" autoAdjust="0"/>
  </p:normalViewPr>
  <p:slideViewPr>
    <p:cSldViewPr>
      <p:cViewPr varScale="1">
        <p:scale>
          <a:sx n="57" d="100"/>
          <a:sy n="57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>
        <p:scale>
          <a:sx n="100" d="100"/>
          <a:sy n="100" d="100"/>
        </p:scale>
        <p:origin x="163" y="-1646"/>
      </p:cViewPr>
      <p:guideLst>
        <p:guide orient="horz" pos="2898"/>
        <p:guide pos="2160"/>
      </p:guideLst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9" Target="slides/slide6.xml" Type="http://schemas.openxmlformats.org/officeDocument/2006/relationships/slide" /><Relationship Id="rId8" Target="slides/slide5.xml" Type="http://schemas.openxmlformats.org/officeDocument/2006/relationships/slide" /><Relationship Id="rId7" Target="slides/slide4.xml" Type="http://schemas.openxmlformats.org/officeDocument/2006/relationships/slide" /><Relationship Id="rId6" Target="slides/slide3.xml" Type="http://schemas.openxmlformats.org/officeDocument/2006/relationships/slide" /><Relationship Id="rId5" Target="slides/slide2.xml" Type="http://schemas.openxmlformats.org/officeDocument/2006/relationships/slide" /><Relationship Id="rId4" Target="notesMasters/notesMaster1.xml" Type="http://schemas.openxmlformats.org/officeDocument/2006/relationships/notesMaster" /><Relationship Id="rId3" Target="slides/slide1.xml" Type="http://schemas.openxmlformats.org/officeDocument/2006/relationships/slide" /><Relationship Id="rId23" Target="tags/tag35.xml" Type="http://schemas.openxmlformats.org/officeDocument/2006/relationships/tags" /><Relationship Id="rId22" Target="tableStyles.xml" Type="http://schemas.openxmlformats.org/officeDocument/2006/relationships/tableStyles" /><Relationship Id="rId21" Target="viewProps.xml" Type="http://schemas.openxmlformats.org/officeDocument/2006/relationships/viewProps" /><Relationship Id="rId20" Target="presProps.xml" Type="http://schemas.openxmlformats.org/officeDocument/2006/relationships/presProps" /><Relationship Id="rId2" Target="theme/theme1.xml" Type="http://schemas.openxmlformats.org/officeDocument/2006/relationships/theme" /><Relationship Id="rId19" Target="handoutMasters/handoutMaster1.xml" Type="http://schemas.openxmlformats.org/officeDocument/2006/relationships/handoutMaster" /><Relationship Id="rId17" Target="slides/slide14.xml" Type="http://schemas.openxmlformats.org/officeDocument/2006/relationships/slide" /><Relationship Id="rId16" Target="slides/slide13.xml" Type="http://schemas.openxmlformats.org/officeDocument/2006/relationships/slide" /><Relationship Id="rId15" Target="slides/slide12.xml" Type="http://schemas.openxmlformats.org/officeDocument/2006/relationships/slide" /><Relationship Id="rId14" Target="slides/slide11.xml" Type="http://schemas.openxmlformats.org/officeDocument/2006/relationships/slide" /><Relationship Id="rId13" Target="slides/slide10.xml" Type="http://schemas.openxmlformats.org/officeDocument/2006/relationships/slide" /><Relationship Id="rId12" Target="slides/slide9.xml" Type="http://schemas.openxmlformats.org/officeDocument/2006/relationships/slide" /><Relationship Id="rId11" Target="slides/slide8.xml" Type="http://schemas.openxmlformats.org/officeDocument/2006/relationships/slide" /><Relationship Id="rId10" Target="slides/slide7.xml" Type="http://schemas.openxmlformats.org/officeDocument/2006/relationships/slide" /><Relationship Id="rId1" Target="slideMasters/slideMaster1.xml" Type="http://schemas.openxmlformats.org/officeDocument/2006/relationships/slideMaster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BA9B2-8949-4466-BDE7-ACF0FE2D53C6}" type="doc">
      <dgm:prSet loTypeId="urn:microsoft.com/office/officeart/2005/8/layout/hProcess11" loCatId="process" qsTypeId="urn:microsoft.com/office/officeart/2005/8/quickstyle/simple2" qsCatId="simple" csTypeId="urn:microsoft.com/office/officeart/2005/8/colors/accent2_1" csCatId="accent1"/>
      <dgm:spPr/>
      <dgm:t>
        <a:bodyPr/>
        <a:lstStyle/>
        <a:p>
          <a:endParaRPr lang="zh-CN" altLang="en-US"/>
        </a:p>
      </dgm:t>
    </dgm:pt>
    <dgm:pt modelId="{A7460D7E-32C9-4007-AEB1-D3752FE1FA79}">
      <dgm:prSet/>
      <dgm:spPr/>
      <dgm:t>
        <a:bodyPr/>
        <a:lstStyle/>
        <a:p>
          <a:r>
            <a:rPr lang="en-US"/>
            <a:t>1.</a:t>
          </a:r>
          <a:endParaRPr lang="zh-CN"/>
        </a:p>
      </dgm:t>
    </dgm:pt>
    <dgm:pt modelId="{2D3A6497-6EBC-4BA0-91AD-96E8D17D2E1B}" cxnId="{5CF4E386-4661-4134-B8E4-4DE221D5E725}" type="parTrans">
      <dgm:prSet/>
      <dgm:spPr/>
      <dgm:t>
        <a:bodyPr/>
        <a:lstStyle/>
        <a:p>
          <a:endParaRPr lang="zh-CN" altLang="en-US"/>
        </a:p>
      </dgm:t>
    </dgm:pt>
    <dgm:pt modelId="{FA3B0EA8-DBCD-46D3-8BAC-7EFEE76F54E9}" cxnId="{5CF4E386-4661-4134-B8E4-4DE221D5E725}" type="sibTrans">
      <dgm:prSet/>
      <dgm:spPr/>
      <dgm:t>
        <a:bodyPr/>
        <a:lstStyle/>
        <a:p>
          <a:endParaRPr lang="zh-CN" altLang="en-US"/>
        </a:p>
      </dgm:t>
    </dgm:pt>
    <dgm:pt modelId="{F9B3D9E7-3667-4FED-8BD0-926D128F618B}">
      <dgm:prSet/>
      <dgm:spPr/>
      <dgm:t>
        <a:bodyPr/>
        <a:lstStyle/>
        <a:p>
          <a:r>
            <a:rPr lang="en-US"/>
            <a:t>2.</a:t>
          </a:r>
          <a:endParaRPr lang="zh-CN"/>
        </a:p>
      </dgm:t>
    </dgm:pt>
    <dgm:pt modelId="{9AE6DAFC-90C2-4DC3-A3A5-63C7013D2891}" cxnId="{DF2F6E42-2212-4DBA-B71B-2F7B26A21E10}" type="parTrans">
      <dgm:prSet/>
      <dgm:spPr/>
      <dgm:t>
        <a:bodyPr/>
        <a:lstStyle/>
        <a:p>
          <a:endParaRPr lang="zh-CN" altLang="en-US"/>
        </a:p>
      </dgm:t>
    </dgm:pt>
    <dgm:pt modelId="{EDA9E98D-C5B3-4941-8AD5-848ABE252135}" cxnId="{DF2F6E42-2212-4DBA-B71B-2F7B26A21E10}" type="sibTrans">
      <dgm:prSet/>
      <dgm:spPr/>
      <dgm:t>
        <a:bodyPr/>
        <a:lstStyle/>
        <a:p>
          <a:endParaRPr lang="zh-CN" altLang="en-US"/>
        </a:p>
      </dgm:t>
    </dgm:pt>
    <dgm:pt modelId="{47729E99-E5F8-4F88-8CD0-EA7589DBE801}">
      <dgm:prSet/>
      <dgm:spPr/>
      <dgm:t>
        <a:bodyPr/>
        <a:lstStyle/>
        <a:p>
          <a:r>
            <a:rPr lang="en-US"/>
            <a:t>3.</a:t>
          </a:r>
          <a:endParaRPr lang="zh-CN"/>
        </a:p>
      </dgm:t>
    </dgm:pt>
    <dgm:pt modelId="{8EABFA25-0359-4AB7-950A-6C922AD634BC}" cxnId="{A055CA8D-8DBF-405E-B023-33BF60BD82BA}" type="parTrans">
      <dgm:prSet/>
      <dgm:spPr/>
      <dgm:t>
        <a:bodyPr/>
        <a:lstStyle/>
        <a:p>
          <a:endParaRPr lang="zh-CN" altLang="en-US"/>
        </a:p>
      </dgm:t>
    </dgm:pt>
    <dgm:pt modelId="{807CA5E5-63CA-4060-A897-49EF94C459EF}" cxnId="{A055CA8D-8DBF-405E-B023-33BF60BD82BA}" type="sibTrans">
      <dgm:prSet/>
      <dgm:spPr/>
      <dgm:t>
        <a:bodyPr/>
        <a:lstStyle/>
        <a:p>
          <a:endParaRPr lang="zh-CN" altLang="en-US"/>
        </a:p>
      </dgm:t>
    </dgm:pt>
    <dgm:pt modelId="{A436AB37-782C-4F62-94CE-4B90A492B324}">
      <dgm:prSet/>
      <dgm:spPr/>
      <dgm:t>
        <a:bodyPr/>
        <a:lstStyle/>
        <a:p>
          <a:r>
            <a:rPr lang="en-US"/>
            <a:t>4.</a:t>
          </a:r>
          <a:endParaRPr lang="zh-CN"/>
        </a:p>
      </dgm:t>
    </dgm:pt>
    <dgm:pt modelId="{CC6957CC-AB6F-4F4E-823A-0E70ADEC3E11}" cxnId="{DA8DBAD0-D53E-432E-A0EC-B311C9C304DB}" type="parTrans">
      <dgm:prSet/>
      <dgm:spPr/>
      <dgm:t>
        <a:bodyPr/>
        <a:lstStyle/>
        <a:p>
          <a:endParaRPr lang="zh-CN" altLang="en-US"/>
        </a:p>
      </dgm:t>
    </dgm:pt>
    <dgm:pt modelId="{DE275B41-4459-4345-B547-1A655512B4C4}" cxnId="{DA8DBAD0-D53E-432E-A0EC-B311C9C304DB}" type="sibTrans">
      <dgm:prSet/>
      <dgm:spPr/>
      <dgm:t>
        <a:bodyPr/>
        <a:lstStyle/>
        <a:p>
          <a:endParaRPr lang="zh-CN" altLang="en-US"/>
        </a:p>
      </dgm:t>
    </dgm:pt>
    <dgm:pt modelId="{0152353A-B6AE-4CCD-92A6-55D91DB71347}" type="pres">
      <dgm:prSet presAssocID="{9ABBA9B2-8949-4466-BDE7-ACF0FE2D53C6}" presName="Name0" presStyleCnt="0">
        <dgm:presLayoutVars>
          <dgm:dir/>
          <dgm:resizeHandles val="exact"/>
        </dgm:presLayoutVars>
      </dgm:prSet>
      <dgm:spPr/>
    </dgm:pt>
    <dgm:pt modelId="{F51D4F41-C06B-405E-84D3-6A7B1688C342}" type="pres">
      <dgm:prSet presAssocID="{9ABBA9B2-8949-4466-BDE7-ACF0FE2D53C6}" presName="arrow" presStyleLbl="bgShp" presStyleIdx="0" presStyleCnt="1"/>
      <dgm:spPr/>
    </dgm:pt>
    <dgm:pt modelId="{ABAC5EED-A36C-4697-A014-555AC6B2AF5F}" type="pres">
      <dgm:prSet presAssocID="{9ABBA9B2-8949-4466-BDE7-ACF0FE2D53C6}" presName="points" presStyleCnt="0"/>
      <dgm:spPr/>
    </dgm:pt>
    <dgm:pt modelId="{6BBBA6D8-B879-4B79-AFD1-3C54DEEAD487}" type="pres">
      <dgm:prSet presAssocID="{A7460D7E-32C9-4007-AEB1-D3752FE1FA79}" presName="compositeA" presStyleCnt="0"/>
      <dgm:spPr/>
    </dgm:pt>
    <dgm:pt modelId="{2626C280-52F5-42A4-8192-1A899A58E8B8}" type="pres">
      <dgm:prSet presAssocID="{A7460D7E-32C9-4007-AEB1-D3752FE1FA79}" presName="textA" presStyleLbl="revTx" presStyleIdx="0" presStyleCnt="4">
        <dgm:presLayoutVars>
          <dgm:bulletEnabled val="1"/>
        </dgm:presLayoutVars>
      </dgm:prSet>
      <dgm:spPr/>
    </dgm:pt>
    <dgm:pt modelId="{D022BCD6-216A-498E-9E4A-EF08E4F4404E}" type="pres">
      <dgm:prSet presAssocID="{A7460D7E-32C9-4007-AEB1-D3752FE1FA79}" presName="circleA" presStyleLbl="node1" presStyleIdx="0" presStyleCnt="4"/>
      <dgm:spPr/>
    </dgm:pt>
    <dgm:pt modelId="{5B7F8F88-47D4-4794-8606-26FA6BFBB608}" type="pres">
      <dgm:prSet presAssocID="{A7460D7E-32C9-4007-AEB1-D3752FE1FA79}" presName="spaceA" presStyleCnt="0"/>
      <dgm:spPr/>
    </dgm:pt>
    <dgm:pt modelId="{2392E3CB-B3CD-41BD-833A-1C4A9F76DBD0}" type="pres">
      <dgm:prSet presAssocID="{FA3B0EA8-DBCD-46D3-8BAC-7EFEE76F54E9}" presName="space" presStyleCnt="0"/>
      <dgm:spPr/>
    </dgm:pt>
    <dgm:pt modelId="{497E2570-23A0-4E15-95BD-F5EBA3DB2BAC}" type="pres">
      <dgm:prSet presAssocID="{F9B3D9E7-3667-4FED-8BD0-926D128F618B}" presName="compositeB" presStyleCnt="0"/>
      <dgm:spPr/>
    </dgm:pt>
    <dgm:pt modelId="{E23D3ECF-6A1F-4DA1-902A-28EB5240FCB3}" type="pres">
      <dgm:prSet presAssocID="{F9B3D9E7-3667-4FED-8BD0-926D128F618B}" presName="textB" presStyleLbl="revTx" presStyleIdx="1" presStyleCnt="4">
        <dgm:presLayoutVars>
          <dgm:bulletEnabled val="1"/>
        </dgm:presLayoutVars>
      </dgm:prSet>
      <dgm:spPr/>
    </dgm:pt>
    <dgm:pt modelId="{BE2881F4-B632-434A-906E-45C436B22D12}" type="pres">
      <dgm:prSet presAssocID="{F9B3D9E7-3667-4FED-8BD0-926D128F618B}" presName="circleB" presStyleLbl="node1" presStyleIdx="1" presStyleCnt="4"/>
      <dgm:spPr/>
    </dgm:pt>
    <dgm:pt modelId="{7F239C6D-0626-45BC-92C2-C192B68C4B4B}" type="pres">
      <dgm:prSet presAssocID="{F9B3D9E7-3667-4FED-8BD0-926D128F618B}" presName="spaceB" presStyleCnt="0"/>
      <dgm:spPr/>
    </dgm:pt>
    <dgm:pt modelId="{CD9558F7-BEA0-4F46-AE1B-D8C2B9A4902B}" type="pres">
      <dgm:prSet presAssocID="{EDA9E98D-C5B3-4941-8AD5-848ABE252135}" presName="space" presStyleCnt="0"/>
      <dgm:spPr/>
    </dgm:pt>
    <dgm:pt modelId="{A31BE83D-49B5-4F4E-9454-261D47434ECC}" type="pres">
      <dgm:prSet presAssocID="{47729E99-E5F8-4F88-8CD0-EA7589DBE801}" presName="compositeA" presStyleCnt="0"/>
      <dgm:spPr/>
    </dgm:pt>
    <dgm:pt modelId="{0B222E9F-609C-45AE-A717-54D902D28DE3}" type="pres">
      <dgm:prSet presAssocID="{47729E99-E5F8-4F88-8CD0-EA7589DBE801}" presName="textA" presStyleLbl="revTx" presStyleIdx="2" presStyleCnt="4">
        <dgm:presLayoutVars>
          <dgm:bulletEnabled val="1"/>
        </dgm:presLayoutVars>
      </dgm:prSet>
      <dgm:spPr/>
    </dgm:pt>
    <dgm:pt modelId="{AA8F8E92-BD4E-4D5E-BF95-08F8F347C4D8}" type="pres">
      <dgm:prSet presAssocID="{47729E99-E5F8-4F88-8CD0-EA7589DBE801}" presName="circleA" presStyleLbl="node1" presStyleIdx="2" presStyleCnt="4"/>
      <dgm:spPr/>
    </dgm:pt>
    <dgm:pt modelId="{CB05B4D8-DBB3-4F85-978A-11DCE22E5BF4}" type="pres">
      <dgm:prSet presAssocID="{47729E99-E5F8-4F88-8CD0-EA7589DBE801}" presName="spaceA" presStyleCnt="0"/>
      <dgm:spPr/>
    </dgm:pt>
    <dgm:pt modelId="{86B3BF3B-0D45-41C2-8181-1DBF5D873281}" type="pres">
      <dgm:prSet presAssocID="{807CA5E5-63CA-4060-A897-49EF94C459EF}" presName="space" presStyleCnt="0"/>
      <dgm:spPr/>
    </dgm:pt>
    <dgm:pt modelId="{43C9A8EB-D43B-465D-8D52-24FED5873CEC}" type="pres">
      <dgm:prSet presAssocID="{A436AB37-782C-4F62-94CE-4B90A492B324}" presName="compositeB" presStyleCnt="0"/>
      <dgm:spPr/>
    </dgm:pt>
    <dgm:pt modelId="{78282508-2FAA-442D-8CC7-77D2521517F4}" type="pres">
      <dgm:prSet presAssocID="{A436AB37-782C-4F62-94CE-4B90A492B324}" presName="textB" presStyleLbl="revTx" presStyleIdx="3" presStyleCnt="4">
        <dgm:presLayoutVars>
          <dgm:bulletEnabled val="1"/>
        </dgm:presLayoutVars>
      </dgm:prSet>
      <dgm:spPr/>
    </dgm:pt>
    <dgm:pt modelId="{13FB0539-0E98-4DC6-954A-D0EF7F622C02}" type="pres">
      <dgm:prSet presAssocID="{A436AB37-782C-4F62-94CE-4B90A492B324}" presName="circleB" presStyleLbl="node1" presStyleIdx="3" presStyleCnt="4"/>
      <dgm:spPr/>
    </dgm:pt>
    <dgm:pt modelId="{5B8933C9-F415-4555-BC23-3DA1179FB497}" type="pres">
      <dgm:prSet presAssocID="{A436AB37-782C-4F62-94CE-4B90A492B324}" presName="spaceB" presStyleCnt="0"/>
      <dgm:spPr/>
    </dgm:pt>
  </dgm:ptLst>
  <dgm:cxnLst>
    <dgm:cxn modelId="{6250D12C-4861-4CD4-AFE9-8F9C0553AA75}" type="presOf" srcId="{9ABBA9B2-8949-4466-BDE7-ACF0FE2D53C6}" destId="{0152353A-B6AE-4CCD-92A6-55D91DB71347}" srcOrd="0" destOrd="0" presId="urn:microsoft.com/office/officeart/2005/8/layout/hProcess11"/>
    <dgm:cxn modelId="{588A1762-26B7-4E73-9C70-AF7B0C0846CA}" type="presOf" srcId="{47729E99-E5F8-4F88-8CD0-EA7589DBE801}" destId="{0B222E9F-609C-45AE-A717-54D902D28DE3}" srcOrd="0" destOrd="0" presId="urn:microsoft.com/office/officeart/2005/8/layout/hProcess11"/>
    <dgm:cxn modelId="{DF2F6E42-2212-4DBA-B71B-2F7B26A21E10}" srcId="{9ABBA9B2-8949-4466-BDE7-ACF0FE2D53C6}" destId="{F9B3D9E7-3667-4FED-8BD0-926D128F618B}" srcOrd="1" destOrd="0" parTransId="{9AE6DAFC-90C2-4DC3-A3A5-63C7013D2891}" sibTransId="{EDA9E98D-C5B3-4941-8AD5-848ABE252135}"/>
    <dgm:cxn modelId="{5CF4E386-4661-4134-B8E4-4DE221D5E725}" srcId="{9ABBA9B2-8949-4466-BDE7-ACF0FE2D53C6}" destId="{A7460D7E-32C9-4007-AEB1-D3752FE1FA79}" srcOrd="0" destOrd="0" parTransId="{2D3A6497-6EBC-4BA0-91AD-96E8D17D2E1B}" sibTransId="{FA3B0EA8-DBCD-46D3-8BAC-7EFEE76F54E9}"/>
    <dgm:cxn modelId="{A055CA8D-8DBF-405E-B023-33BF60BD82BA}" srcId="{9ABBA9B2-8949-4466-BDE7-ACF0FE2D53C6}" destId="{47729E99-E5F8-4F88-8CD0-EA7589DBE801}" srcOrd="2" destOrd="0" parTransId="{8EABFA25-0359-4AB7-950A-6C922AD634BC}" sibTransId="{807CA5E5-63CA-4060-A897-49EF94C459EF}"/>
    <dgm:cxn modelId="{2A7E5B90-499B-42D9-ABCD-0520968AA644}" type="presOf" srcId="{A7460D7E-32C9-4007-AEB1-D3752FE1FA79}" destId="{2626C280-52F5-42A4-8192-1A899A58E8B8}" srcOrd="0" destOrd="0" presId="urn:microsoft.com/office/officeart/2005/8/layout/hProcess11"/>
    <dgm:cxn modelId="{99BC40A9-7435-4D0E-A7EB-85B10DEE7BDD}" type="presOf" srcId="{A436AB37-782C-4F62-94CE-4B90A492B324}" destId="{78282508-2FAA-442D-8CC7-77D2521517F4}" srcOrd="0" destOrd="0" presId="urn:microsoft.com/office/officeart/2005/8/layout/hProcess11"/>
    <dgm:cxn modelId="{EB825BB1-6B97-4265-8E29-A86275742F57}" type="presOf" srcId="{F9B3D9E7-3667-4FED-8BD0-926D128F618B}" destId="{E23D3ECF-6A1F-4DA1-902A-28EB5240FCB3}" srcOrd="0" destOrd="0" presId="urn:microsoft.com/office/officeart/2005/8/layout/hProcess11"/>
    <dgm:cxn modelId="{DA8DBAD0-D53E-432E-A0EC-B311C9C304DB}" srcId="{9ABBA9B2-8949-4466-BDE7-ACF0FE2D53C6}" destId="{A436AB37-782C-4F62-94CE-4B90A492B324}" srcOrd="3" destOrd="0" parTransId="{CC6957CC-AB6F-4F4E-823A-0E70ADEC3E11}" sibTransId="{DE275B41-4459-4345-B547-1A655512B4C4}"/>
    <dgm:cxn modelId="{BB221E6F-70B9-452E-82BF-B6A6C6F90F3B}" type="presParOf" srcId="{0152353A-B6AE-4CCD-92A6-55D91DB71347}" destId="{F51D4F41-C06B-405E-84D3-6A7B1688C342}" srcOrd="0" destOrd="0" presId="urn:microsoft.com/office/officeart/2005/8/layout/hProcess11"/>
    <dgm:cxn modelId="{2BE36ACB-A510-4B1E-A6F1-E7399EB86145}" type="presParOf" srcId="{0152353A-B6AE-4CCD-92A6-55D91DB71347}" destId="{ABAC5EED-A36C-4697-A014-555AC6B2AF5F}" srcOrd="1" destOrd="0" presId="urn:microsoft.com/office/officeart/2005/8/layout/hProcess11"/>
    <dgm:cxn modelId="{00584FD6-F192-4ED7-B958-D8AE1B469CA0}" type="presParOf" srcId="{ABAC5EED-A36C-4697-A014-555AC6B2AF5F}" destId="{6BBBA6D8-B879-4B79-AFD1-3C54DEEAD487}" srcOrd="0" destOrd="0" presId="urn:microsoft.com/office/officeart/2005/8/layout/hProcess11"/>
    <dgm:cxn modelId="{03BC58EE-1698-4F90-8BF1-DE40981F6E9D}" type="presParOf" srcId="{6BBBA6D8-B879-4B79-AFD1-3C54DEEAD487}" destId="{2626C280-52F5-42A4-8192-1A899A58E8B8}" srcOrd="0" destOrd="0" presId="urn:microsoft.com/office/officeart/2005/8/layout/hProcess11"/>
    <dgm:cxn modelId="{F090AC2D-5686-4D7B-ADF3-CB45B432B0C9}" type="presParOf" srcId="{6BBBA6D8-B879-4B79-AFD1-3C54DEEAD487}" destId="{D022BCD6-216A-498E-9E4A-EF08E4F4404E}" srcOrd="1" destOrd="0" presId="urn:microsoft.com/office/officeart/2005/8/layout/hProcess11"/>
    <dgm:cxn modelId="{0F769C42-B3B8-48D8-8C93-23B5525981AF}" type="presParOf" srcId="{6BBBA6D8-B879-4B79-AFD1-3C54DEEAD487}" destId="{5B7F8F88-47D4-4794-8606-26FA6BFBB608}" srcOrd="2" destOrd="0" presId="urn:microsoft.com/office/officeart/2005/8/layout/hProcess11"/>
    <dgm:cxn modelId="{B30B8D45-E1C2-4349-8088-E780C50F162F}" type="presParOf" srcId="{ABAC5EED-A36C-4697-A014-555AC6B2AF5F}" destId="{2392E3CB-B3CD-41BD-833A-1C4A9F76DBD0}" srcOrd="1" destOrd="0" presId="urn:microsoft.com/office/officeart/2005/8/layout/hProcess11"/>
    <dgm:cxn modelId="{D5A9AF4C-A23D-4B98-A628-A56D8F2C2DE9}" type="presParOf" srcId="{ABAC5EED-A36C-4697-A014-555AC6B2AF5F}" destId="{497E2570-23A0-4E15-95BD-F5EBA3DB2BAC}" srcOrd="2" destOrd="0" presId="urn:microsoft.com/office/officeart/2005/8/layout/hProcess11"/>
    <dgm:cxn modelId="{43DCD66D-08E1-4FEE-89A5-45E481489A7F}" type="presParOf" srcId="{497E2570-23A0-4E15-95BD-F5EBA3DB2BAC}" destId="{E23D3ECF-6A1F-4DA1-902A-28EB5240FCB3}" srcOrd="0" destOrd="0" presId="urn:microsoft.com/office/officeart/2005/8/layout/hProcess11"/>
    <dgm:cxn modelId="{2F1CE07F-9449-438B-A4AC-C2D8CFDD3163}" type="presParOf" srcId="{497E2570-23A0-4E15-95BD-F5EBA3DB2BAC}" destId="{BE2881F4-B632-434A-906E-45C436B22D12}" srcOrd="1" destOrd="0" presId="urn:microsoft.com/office/officeart/2005/8/layout/hProcess11"/>
    <dgm:cxn modelId="{EF150F0F-7038-406B-80E1-5F75B3BC62E5}" type="presParOf" srcId="{497E2570-23A0-4E15-95BD-F5EBA3DB2BAC}" destId="{7F239C6D-0626-45BC-92C2-C192B68C4B4B}" srcOrd="2" destOrd="0" presId="urn:microsoft.com/office/officeart/2005/8/layout/hProcess11"/>
    <dgm:cxn modelId="{EF94024E-5DEC-4151-A58E-5AF7F0DCF258}" type="presParOf" srcId="{ABAC5EED-A36C-4697-A014-555AC6B2AF5F}" destId="{CD9558F7-BEA0-4F46-AE1B-D8C2B9A4902B}" srcOrd="3" destOrd="0" presId="urn:microsoft.com/office/officeart/2005/8/layout/hProcess11"/>
    <dgm:cxn modelId="{0E0AAB67-08DE-48E3-B024-946CACC5C309}" type="presParOf" srcId="{ABAC5EED-A36C-4697-A014-555AC6B2AF5F}" destId="{A31BE83D-49B5-4F4E-9454-261D47434ECC}" srcOrd="4" destOrd="0" presId="urn:microsoft.com/office/officeart/2005/8/layout/hProcess11"/>
    <dgm:cxn modelId="{AF55B82D-FC36-4104-A388-4277475B136F}" type="presParOf" srcId="{A31BE83D-49B5-4F4E-9454-261D47434ECC}" destId="{0B222E9F-609C-45AE-A717-54D902D28DE3}" srcOrd="0" destOrd="0" presId="urn:microsoft.com/office/officeart/2005/8/layout/hProcess11"/>
    <dgm:cxn modelId="{0E4B9734-AD8A-4B96-8E4D-DC9BC83A3A02}" type="presParOf" srcId="{A31BE83D-49B5-4F4E-9454-261D47434ECC}" destId="{AA8F8E92-BD4E-4D5E-BF95-08F8F347C4D8}" srcOrd="1" destOrd="0" presId="urn:microsoft.com/office/officeart/2005/8/layout/hProcess11"/>
    <dgm:cxn modelId="{234A7742-187B-457F-B763-BE8B6CE8CA34}" type="presParOf" srcId="{A31BE83D-49B5-4F4E-9454-261D47434ECC}" destId="{CB05B4D8-DBB3-4F85-978A-11DCE22E5BF4}" srcOrd="2" destOrd="0" presId="urn:microsoft.com/office/officeart/2005/8/layout/hProcess11"/>
    <dgm:cxn modelId="{754FDF33-0BEC-41D3-A53B-76D6487A8324}" type="presParOf" srcId="{ABAC5EED-A36C-4697-A014-555AC6B2AF5F}" destId="{86B3BF3B-0D45-41C2-8181-1DBF5D873281}" srcOrd="5" destOrd="0" presId="urn:microsoft.com/office/officeart/2005/8/layout/hProcess11"/>
    <dgm:cxn modelId="{DFED36F9-CA7F-493C-9876-FD4E11C807C6}" type="presParOf" srcId="{ABAC5EED-A36C-4697-A014-555AC6B2AF5F}" destId="{43C9A8EB-D43B-465D-8D52-24FED5873CEC}" srcOrd="6" destOrd="0" presId="urn:microsoft.com/office/officeart/2005/8/layout/hProcess11"/>
    <dgm:cxn modelId="{8E719ABA-254F-4A45-A698-90B8C01DD1AB}" type="presParOf" srcId="{43C9A8EB-D43B-465D-8D52-24FED5873CEC}" destId="{78282508-2FAA-442D-8CC7-77D2521517F4}" srcOrd="0" destOrd="0" presId="urn:microsoft.com/office/officeart/2005/8/layout/hProcess11"/>
    <dgm:cxn modelId="{3A6A9F67-D19C-4AD5-BD9C-BBD52565687A}" type="presParOf" srcId="{43C9A8EB-D43B-465D-8D52-24FED5873CEC}" destId="{13FB0539-0E98-4DC6-954A-D0EF7F622C02}" srcOrd="1" destOrd="0" presId="urn:microsoft.com/office/officeart/2005/8/layout/hProcess11"/>
    <dgm:cxn modelId="{FD160221-3C71-4C34-885B-BD4AEAB5BED6}" type="presParOf" srcId="{43C9A8EB-D43B-465D-8D52-24FED5873CEC}" destId="{5B8933C9-F415-4555-BC23-3DA1179FB49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577064" cy="3744416"/>
        <a:chOff x="0" y="0"/>
        <a:chExt cx="9577064" cy="3744416"/>
      </a:xfrm>
    </dsp:grpSpPr>
    <dsp:sp modelId="{F51D4F41-C06B-405E-84D3-6A7B1688C342}">
      <dsp:nvSpPr>
        <dsp:cNvPr id="3" name="燕尾形箭头 2"/>
        <dsp:cNvSpPr/>
      </dsp:nvSpPr>
      <dsp:spPr bwMode="white">
        <a:xfrm>
          <a:off x="0" y="1123325"/>
          <a:ext cx="9577064" cy="1497766"/>
        </a:xfrm>
        <a:prstGeom prst="notchedRightArrow">
          <a:avLst/>
        </a:prstGeom>
      </dsp:spPr>
      <dsp:style>
        <a:lnRef idx="0">
          <a:schemeClr val="accent2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0" y="1123325"/>
        <a:ext cx="9577064" cy="1497766"/>
      </dsp:txXfrm>
    </dsp:sp>
    <dsp:sp modelId="{2626C280-52F5-42A4-8192-1A899A58E8B8}">
      <dsp:nvSpPr>
        <dsp:cNvPr id="4" name="矩形 3"/>
        <dsp:cNvSpPr/>
      </dsp:nvSpPr>
      <dsp:spPr bwMode="white">
        <a:xfrm>
          <a:off x="0" y="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b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1.</a:t>
          </a:r>
          <a:endParaRPr lang="zh-CN">
            <a:solidFill>
              <a:schemeClr val="tx1"/>
            </a:solidFill>
          </a:endParaRPr>
        </a:p>
      </dsp:txBody>
      <dsp:txXfrm>
        <a:off x="0" y="0"/>
        <a:ext cx="2076954" cy="1497766"/>
      </dsp:txXfrm>
    </dsp:sp>
    <dsp:sp modelId="{D022BCD6-216A-498E-9E4A-EF08E4F4404E}">
      <dsp:nvSpPr>
        <dsp:cNvPr id="5" name="椭圆 4"/>
        <dsp:cNvSpPr/>
      </dsp:nvSpPr>
      <dsp:spPr bwMode="white">
        <a:xfrm>
          <a:off x="851256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851256" y="1684987"/>
        <a:ext cx="374442" cy="374442"/>
      </dsp:txXfrm>
    </dsp:sp>
    <dsp:sp modelId="{E23D3ECF-6A1F-4DA1-902A-28EB5240FCB3}">
      <dsp:nvSpPr>
        <dsp:cNvPr id="6" name="矩形 5"/>
        <dsp:cNvSpPr/>
      </dsp:nvSpPr>
      <dsp:spPr bwMode="white">
        <a:xfrm>
          <a:off x="2180801" y="224665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t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2.</a:t>
          </a:r>
          <a:endParaRPr lang="zh-CN">
            <a:solidFill>
              <a:schemeClr val="tx1"/>
            </a:solidFill>
          </a:endParaRPr>
        </a:p>
      </dsp:txBody>
      <dsp:txXfrm>
        <a:off x="2180801" y="2246650"/>
        <a:ext cx="2076954" cy="1497766"/>
      </dsp:txXfrm>
    </dsp:sp>
    <dsp:sp modelId="{BE2881F4-B632-434A-906E-45C436B22D12}">
      <dsp:nvSpPr>
        <dsp:cNvPr id="7" name="椭圆 6"/>
        <dsp:cNvSpPr/>
      </dsp:nvSpPr>
      <dsp:spPr bwMode="white">
        <a:xfrm>
          <a:off x="3032057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3032057" y="1684987"/>
        <a:ext cx="374442" cy="374442"/>
      </dsp:txXfrm>
    </dsp:sp>
    <dsp:sp modelId="{0B222E9F-609C-45AE-A717-54D902D28DE3}">
      <dsp:nvSpPr>
        <dsp:cNvPr id="8" name="矩形 7"/>
        <dsp:cNvSpPr/>
      </dsp:nvSpPr>
      <dsp:spPr bwMode="white">
        <a:xfrm>
          <a:off x="4361603" y="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b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3.</a:t>
          </a:r>
          <a:endParaRPr lang="zh-CN">
            <a:solidFill>
              <a:schemeClr val="tx1"/>
            </a:solidFill>
          </a:endParaRPr>
        </a:p>
      </dsp:txBody>
      <dsp:txXfrm>
        <a:off x="4361603" y="0"/>
        <a:ext cx="2076954" cy="1497766"/>
      </dsp:txXfrm>
    </dsp:sp>
    <dsp:sp modelId="{AA8F8E92-BD4E-4D5E-BF95-08F8F347C4D8}">
      <dsp:nvSpPr>
        <dsp:cNvPr id="9" name="椭圆 8"/>
        <dsp:cNvSpPr/>
      </dsp:nvSpPr>
      <dsp:spPr bwMode="white">
        <a:xfrm>
          <a:off x="5212859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5212859" y="1684987"/>
        <a:ext cx="374442" cy="374442"/>
      </dsp:txXfrm>
    </dsp:sp>
    <dsp:sp modelId="{78282508-2FAA-442D-8CC7-77D2521517F4}">
      <dsp:nvSpPr>
        <dsp:cNvPr id="10" name="矩形 9"/>
        <dsp:cNvSpPr/>
      </dsp:nvSpPr>
      <dsp:spPr bwMode="white">
        <a:xfrm>
          <a:off x="6542404" y="2246650"/>
          <a:ext cx="2076954" cy="149776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55600" tIns="355600" rIns="355600" bIns="355600" anchor="t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4.</a:t>
          </a:r>
          <a:endParaRPr lang="zh-CN">
            <a:solidFill>
              <a:schemeClr val="tx1"/>
            </a:solidFill>
          </a:endParaRPr>
        </a:p>
      </dsp:txBody>
      <dsp:txXfrm>
        <a:off x="6542404" y="2246650"/>
        <a:ext cx="2076954" cy="1497766"/>
      </dsp:txXfrm>
    </dsp:sp>
    <dsp:sp modelId="{13FB0539-0E98-4DC6-954A-D0EF7F622C02}">
      <dsp:nvSpPr>
        <dsp:cNvPr id="11" name="椭圆 10"/>
        <dsp:cNvSpPr/>
      </dsp:nvSpPr>
      <dsp:spPr bwMode="white">
        <a:xfrm>
          <a:off x="7393660" y="1684987"/>
          <a:ext cx="374442" cy="374442"/>
        </a:xfrm>
        <a:prstGeom prst="ellipse">
          <a:avLst/>
        </a:prstGeom>
      </dsp:spPr>
      <dsp:style>
        <a:lnRef idx="3">
          <a:schemeClr val="accent2">
            <a:shade val="80000"/>
          </a:schemeClr>
        </a:lnRef>
        <a:fillRef idx="1">
          <a:schemeClr val="lt1"/>
        </a:fillRef>
        <a:effectRef idx="1">
          <a:scrgbClr r="0" g="0" b="0"/>
        </a:effectRef>
        <a:fontRef idx="minor">
          <a:schemeClr val="lt1"/>
        </a:fontRef>
      </dsp:style>
      <dsp:txXfrm>
        <a:off x="7393660" y="1684987"/>
        <a:ext cx="374442" cy="374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type="notchedRightArrow" r:blip="" rot="180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b"/>
                  <dgm:param type="txAnchorVert" val="b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HorzCh" val="ctr"/>
                  <dgm:param type="txAnchorVertCh" val="t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01EA5-860F-4005-826D-9A3E5AAE21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FE967-13D4-4928-8CA4-8A545C59B2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D8174-63DF-418E-8DC7-C485ED013A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DB36-2A96-4065-B77E-4959C17B8A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1" dirty="0"/>
              <a:t>1.</a:t>
            </a:r>
            <a:r>
              <a:rPr lang="zh-CN" altLang="en-US" sz="1200" b="1" dirty="0"/>
              <a:t>所用时长：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秒</a:t>
            </a:r>
            <a:endParaRPr lang="en-US" altLang="zh-CN" sz="1200" b="1" dirty="0"/>
          </a:p>
          <a:p>
            <a:r>
              <a:rPr lang="zh-CN" altLang="zh-CN" sz="1200" b="1" dirty="0"/>
              <a:t>2</a:t>
            </a:r>
            <a:r>
              <a:rPr lang="en-US" altLang="zh-CN" sz="1200" b="1" dirty="0"/>
              <a:t>.</a:t>
            </a:r>
            <a:r>
              <a:rPr lang="zh-CN" altLang="en-US" sz="1200" b="1" dirty="0"/>
              <a:t>目标：集中学员注意力，建立师生连结</a:t>
            </a:r>
            <a:endParaRPr lang="en-US" altLang="zh-CN" sz="1200" b="1" dirty="0"/>
          </a:p>
          <a:p>
            <a:r>
              <a:rPr lang="en-US" altLang="zh-CN" sz="1200" b="1" dirty="0"/>
              <a:t>3.</a:t>
            </a:r>
            <a:r>
              <a:rPr lang="zh-CN" altLang="en-US" sz="1200" b="1" dirty="0"/>
              <a:t>讲授流程及步骤：</a:t>
            </a:r>
            <a:endParaRPr lang="en-US" altLang="zh-CN" sz="1200" b="1" dirty="0"/>
          </a:p>
          <a:p>
            <a:r>
              <a:rPr lang="en-US" altLang="zh-CN" sz="1200" b="1" dirty="0"/>
              <a:t>3.1</a:t>
            </a:r>
            <a:r>
              <a:rPr lang="zh-CN" altLang="en-US" sz="1200" b="1" dirty="0"/>
              <a:t>培训师登台，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度鞠躬，并问候全体学员</a:t>
            </a:r>
            <a:endParaRPr lang="en-US" altLang="zh-CN" sz="1200" b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3.2</a:t>
            </a:r>
            <a:r>
              <a:rPr lang="zh-CN" altLang="en-US" sz="1200" b="1" dirty="0"/>
              <a:t>培训师一句话自我介绍，展示自己的能力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3.3</a:t>
            </a:r>
            <a:r>
              <a:rPr lang="zh-CN" altLang="en-US" sz="1200" b="1" dirty="0"/>
              <a:t>培训师强调如何做到逻辑化表达是很多朋友的困惑，引发大家共鸣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3.4</a:t>
            </a:r>
            <a:r>
              <a:rPr lang="zh-CN" altLang="en-US" sz="1200" b="1" dirty="0"/>
              <a:t>培训师强调，先看看大家是如何逻辑化表达的，从而引出要做的活动</a:t>
            </a:r>
            <a:endParaRPr lang="en-US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4.</a:t>
            </a:r>
            <a:r>
              <a:rPr lang="zh-CN" altLang="en-US" sz="1200" b="1" dirty="0"/>
              <a:t>参考话术：</a:t>
            </a:r>
            <a:r>
              <a:rPr lang="en-US" altLang="zh-CN" sz="1200" b="1" dirty="0"/>
              <a:t>(</a:t>
            </a:r>
            <a:r>
              <a:rPr lang="zh-CN" altLang="en-US" sz="1200" b="1" dirty="0"/>
              <a:t>略）</a:t>
            </a:r>
            <a:endParaRPr lang="en-US" altLang="zh-CN" sz="1200" b="1" dirty="0"/>
          </a:p>
          <a:p>
            <a:r>
              <a:rPr lang="en-US" altLang="zh-CN" sz="1200" b="1" dirty="0"/>
              <a:t>5.</a:t>
            </a:r>
            <a:r>
              <a:rPr lang="zh-CN" altLang="en-US" sz="1200" b="1" dirty="0"/>
              <a:t>过渡句：开讲具体内容之前先做个小活动，请看幻灯片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F8A912A-D90E-429B-84EC-89BBEA69C49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所用时长：</a:t>
            </a:r>
            <a:r>
              <a:rPr lang="en-US" altLang="zh-CN" dirty="0"/>
              <a:t>2</a:t>
            </a:r>
            <a:r>
              <a:rPr lang="zh-CN" altLang="en-US" dirty="0"/>
              <a:t>分钟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目标：突出自己在本门课程中的相关资质和能力，建立与学员的连接，破掉师生之间的冰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授课方式：游戏活动</a:t>
            </a:r>
            <a:endParaRPr lang="zh-CN" altLang="en-US" dirty="0"/>
          </a:p>
          <a:p>
            <a:r>
              <a:rPr lang="en-US" altLang="zh-CN" dirty="0"/>
              <a:t>4.</a:t>
            </a:r>
            <a:r>
              <a:rPr lang="zh-CN" altLang="en-US" dirty="0"/>
              <a:t>讲授流程及步骤：</a:t>
            </a:r>
            <a:endParaRPr lang="zh-CN" altLang="en-US" dirty="0"/>
          </a:p>
          <a:p>
            <a:r>
              <a:rPr lang="en-US" altLang="zh-CN" dirty="0"/>
              <a:t>4.1</a:t>
            </a:r>
            <a:r>
              <a:rPr lang="zh-CN" altLang="en-US" dirty="0"/>
              <a:t>培训师告知大家，个人信息中有一个是假的，猜对有奖品</a:t>
            </a:r>
            <a:endParaRPr lang="zh-CN" altLang="en-US" dirty="0"/>
          </a:p>
          <a:p>
            <a:r>
              <a:rPr lang="en-US" altLang="zh-CN" dirty="0"/>
              <a:t>4.2</a:t>
            </a:r>
            <a:r>
              <a:rPr lang="zh-CN" altLang="en-US" dirty="0"/>
              <a:t>培训师逐一介绍每条信息</a:t>
            </a:r>
            <a:endParaRPr lang="zh-CN" altLang="en-US" dirty="0"/>
          </a:p>
          <a:p>
            <a:r>
              <a:rPr lang="en-US" altLang="zh-CN" dirty="0"/>
              <a:t>4.3</a:t>
            </a:r>
            <a:r>
              <a:rPr lang="zh-CN" altLang="en-US" dirty="0"/>
              <a:t>培训师邀请每个小组的组长代表小组说出答案</a:t>
            </a:r>
            <a:endParaRPr lang="zh-CN" altLang="en-US" dirty="0"/>
          </a:p>
          <a:p>
            <a:r>
              <a:rPr lang="en-US" altLang="zh-CN" dirty="0"/>
              <a:t>4.4</a:t>
            </a:r>
            <a:r>
              <a:rPr lang="zh-CN" altLang="en-US" dirty="0"/>
              <a:t>培训师公布正确答案，并给猜对的小组发放奖品</a:t>
            </a:r>
            <a:endParaRPr lang="zh-CN" altLang="en-US" dirty="0"/>
          </a:p>
          <a:p>
            <a:r>
              <a:rPr lang="en-US" altLang="zh-CN" dirty="0"/>
              <a:t>4.5</a:t>
            </a:r>
            <a:r>
              <a:rPr lang="zh-CN" altLang="en-US" dirty="0"/>
              <a:t>培训师强调大家都熟悉了，现在开始投入学习</a:t>
            </a:r>
            <a:endParaRPr lang="zh-CN" altLang="en-US" dirty="0"/>
          </a:p>
          <a:p>
            <a:r>
              <a:rPr lang="en-US" altLang="zh-CN" dirty="0"/>
              <a:t>4.6</a:t>
            </a:r>
            <a:r>
              <a:rPr lang="zh-CN" altLang="en-US" dirty="0"/>
              <a:t>培训师强调时间有限，为了让学员更有针对性，接下来开展一个“问题收集”的小活动</a:t>
            </a:r>
            <a:endParaRPr lang="zh-CN" altLang="en-US" dirty="0"/>
          </a:p>
          <a:p>
            <a:r>
              <a:rPr lang="en-US" altLang="zh-CN" dirty="0"/>
              <a:t>5.</a:t>
            </a:r>
            <a:r>
              <a:rPr lang="zh-CN" altLang="en-US" dirty="0"/>
              <a:t>参考话术：</a:t>
            </a:r>
            <a:r>
              <a:rPr lang="en-US" altLang="zh-CN" dirty="0"/>
              <a:t>(</a:t>
            </a:r>
            <a:r>
              <a:rPr lang="zh-CN" altLang="en-US" dirty="0"/>
              <a:t>略）</a:t>
            </a:r>
            <a:endParaRPr lang="zh-CN" altLang="en-US" dirty="0"/>
          </a:p>
          <a:p>
            <a:r>
              <a:rPr lang="en-US" altLang="zh-CN" dirty="0"/>
              <a:t>6.</a:t>
            </a:r>
            <a:r>
              <a:rPr lang="zh-CN" altLang="en-US" dirty="0"/>
              <a:t>过渡句：接下来我们看一下“问题收集活动”的规则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8D83F6A-236E-41BC-B83A-00E0DE57EC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CD8323-E890-48BC-9FAB-49FD462979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 sz="1200" b="0" dirty="0"/>
              <a:t>1.</a:t>
            </a:r>
            <a:r>
              <a:rPr lang="zh-CN" altLang="en-US" sz="1200" b="0" dirty="0"/>
              <a:t>所用时长：</a:t>
            </a:r>
            <a:r>
              <a:rPr lang="en-US" altLang="zh-CN" sz="1200" b="0" dirty="0"/>
              <a:t>30</a:t>
            </a:r>
            <a:r>
              <a:rPr lang="zh-CN" altLang="en-US" sz="1200" b="0" dirty="0"/>
              <a:t>秒</a:t>
            </a:r>
            <a:endParaRPr lang="en-US" altLang="zh-CN" sz="1200" b="0" dirty="0"/>
          </a:p>
          <a:p>
            <a:r>
              <a:rPr lang="zh-CN" altLang="zh-CN" sz="1200" b="0" dirty="0"/>
              <a:t>2</a:t>
            </a:r>
            <a:r>
              <a:rPr lang="en-US" altLang="zh-CN" sz="1200" b="0" dirty="0"/>
              <a:t>.</a:t>
            </a:r>
            <a:r>
              <a:rPr lang="zh-CN" altLang="en-US" sz="1200" b="0" dirty="0"/>
              <a:t>目标：让学员清楚课程的学习过程</a:t>
            </a:r>
            <a:endParaRPr lang="en-US" altLang="zh-CN" sz="1200" b="0" dirty="0"/>
          </a:p>
          <a:p>
            <a:r>
              <a:rPr lang="en-US" altLang="zh-CN" sz="1200" b="0" dirty="0"/>
              <a:t>3.</a:t>
            </a:r>
            <a:r>
              <a:rPr lang="zh-CN" altLang="en-US" sz="1200" b="0" dirty="0"/>
              <a:t>授课方式：讲授</a:t>
            </a:r>
            <a:endParaRPr lang="en-US" altLang="zh-CN" sz="1200" b="0" dirty="0"/>
          </a:p>
          <a:p>
            <a:r>
              <a:rPr lang="en-US" altLang="zh-CN" sz="1200" b="0" dirty="0"/>
              <a:t>4.</a:t>
            </a:r>
            <a:r>
              <a:rPr lang="zh-CN" altLang="en-US" sz="1200" b="0" dirty="0"/>
              <a:t>讲授流程及步骤：</a:t>
            </a:r>
            <a:endParaRPr lang="en-US" altLang="zh-CN" sz="1200" b="0" dirty="0"/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4.1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培训师播放出课程目录（大纲）介绍的</a:t>
            </a:r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PPT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4.2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培训师逐一读出课程内容的安排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4.3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培训师强调课程的重点部分为第二、第三单元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4.4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培训师介绍课程的主要教学活动，让学员了解学习方式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4.5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培训师介绍课程的时间安排，让学员了解学习进度安排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4.6</a:t>
            </a:r>
            <a:r>
              <a:rPr lang="zh-CN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培训师邀请大家进入第一单元的学习</a:t>
            </a:r>
            <a:endParaRPr lang="en-US" altLang="zh-CN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b="0" dirty="0"/>
              <a:t>5.</a:t>
            </a:r>
            <a:r>
              <a:rPr lang="zh-CN" altLang="en-US" sz="1200" b="0" dirty="0"/>
              <a:t>参考话术：</a:t>
            </a:r>
            <a:r>
              <a:rPr lang="en-US" altLang="zh-CN" sz="1200" b="0" dirty="0"/>
              <a:t>(</a:t>
            </a:r>
            <a:r>
              <a:rPr lang="zh-CN" altLang="en-US" sz="1200" b="0" dirty="0"/>
              <a:t>略）</a:t>
            </a:r>
            <a:endParaRPr lang="en-US" altLang="zh-CN" sz="1200" b="0" dirty="0"/>
          </a:p>
          <a:p>
            <a:r>
              <a:rPr lang="en-US" altLang="zh-CN" sz="1200" b="0" dirty="0"/>
              <a:t>6.</a:t>
            </a:r>
            <a:r>
              <a:rPr lang="zh-CN" altLang="en-US" sz="1200" b="0" dirty="0"/>
              <a:t>过渡句：了解了课程安排，下面进入第一单元的学习</a:t>
            </a:r>
            <a:endParaRPr lang="en-US" altLang="zh-CN" b="0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673A2D-1EF6-41FA-8C1F-6696CFB0DC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/>
              <a:t>1.</a:t>
            </a:r>
            <a:r>
              <a:rPr lang="zh-CN" altLang="en-US" sz="1200" b="1" dirty="0"/>
              <a:t>所用时长：</a:t>
            </a:r>
            <a:r>
              <a:rPr lang="en-US" altLang="zh-CN" sz="1200" b="1" dirty="0"/>
              <a:t>15</a:t>
            </a:r>
            <a:r>
              <a:rPr lang="zh-CN" altLang="en-US" sz="1200" b="1" dirty="0"/>
              <a:t>秒</a:t>
            </a:r>
            <a:endParaRPr lang="en-US" altLang="zh-CN" sz="1200" b="1" dirty="0"/>
          </a:p>
          <a:p>
            <a:r>
              <a:rPr lang="zh-CN" altLang="zh-CN" sz="1200" b="1" dirty="0"/>
              <a:t>2</a:t>
            </a:r>
            <a:r>
              <a:rPr lang="en-US" altLang="zh-CN" sz="1200" b="1" dirty="0"/>
              <a:t>.</a:t>
            </a:r>
            <a:r>
              <a:rPr lang="zh-CN" altLang="en-US" sz="1200" b="1" dirty="0"/>
              <a:t>目标：结束微型课程，表示感谢</a:t>
            </a:r>
            <a:endParaRPr lang="en-US" altLang="zh-CN" sz="1200" b="1" dirty="0"/>
          </a:p>
          <a:p>
            <a:r>
              <a:rPr lang="en-US" altLang="zh-CN" sz="1200" b="1" dirty="0"/>
              <a:t>3.</a:t>
            </a:r>
            <a:r>
              <a:rPr lang="zh-CN" altLang="en-US" sz="1200" b="1" dirty="0"/>
              <a:t>讲授流程及步骤：</a:t>
            </a:r>
            <a:endParaRPr lang="en-US" altLang="zh-CN" sz="1200" b="1" dirty="0"/>
          </a:p>
          <a:p>
            <a:r>
              <a:rPr lang="en-US" altLang="zh-CN" sz="1200" b="1" dirty="0"/>
              <a:t>3</a:t>
            </a:r>
            <a:r>
              <a:rPr lang="en-US" altLang="zh-CN" b="1" dirty="0"/>
              <a:t>.1</a:t>
            </a:r>
            <a:r>
              <a:rPr lang="zh-CN" altLang="en-US" b="1" dirty="0"/>
              <a:t>培训师鞠躬致谢</a:t>
            </a:r>
            <a:endParaRPr lang="en-US" altLang="zh-CN" b="1" dirty="0"/>
          </a:p>
          <a:p>
            <a:r>
              <a:rPr lang="en-US" altLang="zh-CN" sz="1200" b="1" dirty="0"/>
              <a:t>3</a:t>
            </a:r>
            <a:r>
              <a:rPr lang="en-US" altLang="zh-CN" b="1" dirty="0"/>
              <a:t>.2</a:t>
            </a:r>
            <a:r>
              <a:rPr lang="zh-CN" altLang="en-US" b="1" dirty="0"/>
              <a:t>培训师再次表示感谢，祝福学员工作顺利，身体健康</a:t>
            </a:r>
            <a:endParaRPr lang="en-US" altLang="zh-CN" b="1" dirty="0"/>
          </a:p>
          <a:p>
            <a:r>
              <a:rPr lang="en-US" altLang="zh-CN" sz="1200" b="1" dirty="0"/>
              <a:t>3.3</a:t>
            </a:r>
            <a:r>
              <a:rPr lang="zh-CN" altLang="en-US" sz="1200" b="1" dirty="0"/>
              <a:t>培训师邀请主持人做交接工作</a:t>
            </a:r>
            <a:endParaRPr lang="en-US" altLang="zh-CN" sz="1200" b="1" dirty="0"/>
          </a:p>
          <a:p>
            <a:r>
              <a:rPr lang="en-US" altLang="zh-CN" sz="1200" b="1" dirty="0"/>
              <a:t>4.</a:t>
            </a:r>
            <a:r>
              <a:rPr lang="zh-CN" altLang="en-US" sz="1200" b="1" dirty="0"/>
              <a:t>参考话术：</a:t>
            </a:r>
            <a:r>
              <a:rPr lang="en-US" altLang="zh-CN" sz="1200" b="1" dirty="0"/>
              <a:t>(</a:t>
            </a:r>
            <a:r>
              <a:rPr lang="zh-CN" altLang="en-US" sz="1200" b="1" dirty="0"/>
              <a:t>略）</a:t>
            </a:r>
            <a:endParaRPr lang="en-US" altLang="zh-CN" sz="1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B8FDB36-2A96-4065-B77E-4959C17B8A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CD8323-E890-48BC-9FAB-49FD4629791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80319" y="1118525"/>
            <a:ext cx="10031361" cy="2387600"/>
          </a:xfrm>
        </p:spPr>
        <p:txBody>
          <a:bodyPr anchor="b"/>
          <a:lstStyle>
            <a:lvl1pPr algn="ctr">
              <a:lnSpc>
                <a:spcPct val="150000"/>
              </a:lnSpc>
              <a:defRPr sz="6000">
                <a:solidFill>
                  <a:srgbClr val="8124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327789" y="3690527"/>
            <a:ext cx="7059561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67347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zh-CN" altLang="en-US" sz="4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4834" y="1219006"/>
            <a:ext cx="10687118" cy="483766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786322"/>
            <a:ext cx="10972800" cy="1143000"/>
          </a:xfrm>
          <a:solidFill>
            <a:schemeClr val="accent3">
              <a:alpha val="80000"/>
            </a:schemeClr>
          </a:solidFill>
        </p:spPr>
        <p:txBody>
          <a:bodyPr>
            <a:normAutofit/>
          </a:bodyPr>
          <a:lstStyle>
            <a:lvl1pPr algn="l"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45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793B4088-6DF7-4722-A377-804CCF346F0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45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45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C279601B-FD52-4406-A15B-31AB1A07C47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71462" y="5500703"/>
            <a:ext cx="11049038" cy="1214446"/>
          </a:xfrm>
        </p:spPr>
        <p:txBody>
          <a:bodyPr/>
          <a:lstStyle>
            <a:lvl1pPr marL="0" indent="0">
              <a:buNone/>
              <a:defRPr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</p:nvPr>
        </p:nvSpPr>
        <p:spPr>
          <a:xfrm>
            <a:off x="609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0D23FB24-0490-4519-BFB7-302237271487}" type="datetime1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</p:nvPr>
        </p:nvSpPr>
        <p:spPr>
          <a:xfrm>
            <a:off x="4165600" y="635638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</p:nvPr>
        </p:nvSpPr>
        <p:spPr>
          <a:xfrm>
            <a:off x="8737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>
            <a:lvl1pPr>
              <a:defRPr/>
            </a:lvl1pPr>
          </a:lstStyle>
          <a:p>
            <a:pPr>
              <a:defRPr/>
            </a:pPr>
            <a:fld id="{8EC6AE07-4DB8-4225-8BF8-3DF742135F03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fld id="{BE0212B9-5089-42DA-B530-DD09CA2271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83"/>
            <a:ext cx="3860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83"/>
            <a:ext cx="2844800" cy="365125"/>
          </a:xfrm>
          <a:prstGeom prst="rect">
            <a:avLst/>
          </a:prstGeom>
        </p:spPr>
        <p:txBody>
          <a:bodyPr lIns="91237" tIns="45617" rIns="91237" bIns="45617"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74834" y="301979"/>
            <a:ext cx="10687118" cy="8038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74834" y="1219006"/>
            <a:ext cx="10687118" cy="5065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792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862C0-A049-44D2-AB13-E34DFB0EA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版权所有 严禁抄袭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187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9E7F-9F7E-4AD8-B4B1-9D6FC106E355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738671" y="1105843"/>
            <a:ext cx="10686567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4400" b="1" kern="1200" dirty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dabashou-slide-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dabashou-slide-0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0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dabashou-slide-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dabashou-slide-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dabashou-slide-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dabashou-slide-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搭把手页面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4663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学习目标动词简化表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88197" y="1234967"/>
          <a:ext cx="11263991" cy="524561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4370"/>
                <a:gridCol w="1033308"/>
                <a:gridCol w="2434059"/>
                <a:gridCol w="4260167"/>
                <a:gridCol w="2922087"/>
              </a:tblGrid>
              <a:tr h="396776">
                <a:tc gridSpan="2">
                  <a:txBody>
                    <a:bodyPr/>
                    <a:lstStyle>
                      <a:lvl1pPr marL="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推荐用词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对应练习活动</a:t>
                      </a:r>
                      <a:endParaRPr lang="zh-CN" altLang="en-US" sz="1400" b="1" i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0153">
                <a:tc rowSpan="4"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描述、绘制、简述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描述出基金定投的四大注意事项</a:t>
                      </a:r>
                      <a:endParaRPr lang="en-US" altLang="zh-CN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有奖竞赛、图画制作、情景分享、卡片游戏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0153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流程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区分、识别、绘制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绘制汽车制造的工艺流程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概念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说出、陈述、写出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说出无领导小组讨论的定义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选择、判断、比较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选择与老虎型客户沟通的原则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 vMerge="1">
                  <a:tcPr marL="88686" marR="88686" marT="44342" marB="44342" anchor="ctr"/>
                </a:tc>
              </a:tr>
              <a:tr h="396776">
                <a:tc rowSpan="3"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演示、使用、操作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演示出握手礼的标准动作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实操练习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人际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（对应情景）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运用异议处理技巧完成客户相关异议的处理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角色扮演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 vMerge="1">
                  <a:tcPr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智慧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制作一份（解决）方案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运用各类激励方法制作一份员工激励方案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案例分析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  <a:tr h="732734"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态度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>
                      <a:lvl1pPr marL="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1pPr>
                      <a:lvl2pPr marL="444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2pPr>
                      <a:lvl3pPr marL="889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3pPr>
                      <a:lvl4pPr marL="13335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4pPr>
                      <a:lvl5pPr marL="1778000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5pPr>
                      <a:lvl6pPr marL="2221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6pPr>
                      <a:lvl7pPr marL="2666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7pPr>
                      <a:lvl8pPr marL="31108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8pPr>
                      <a:lvl9pPr marL="3555365" algn="l" defTabSz="444500" rtl="0" eaLnBrk="1" latinLnBrk="0" hangingPunct="1">
                        <a:defRPr sz="175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承认、接受、赞成、意识到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承认工作中要高度负责的价值观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案例分享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辩论</a:t>
                      </a:r>
                      <a:r>
                        <a:rPr lang="en-US" altLang="zh-CN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1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小品剧</a:t>
                      </a:r>
                      <a:endParaRPr lang="zh-CN" altLang="en-US" sz="1400" b="1" i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8686" marR="88686" marT="44342" marB="44342"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3.1"/>
</p:tagLst>
</file>

<file path=ppt/tags/tag2.xml><?xml version="1.0" encoding="utf-8"?>
<p:tagLst xmlns:p="http://schemas.openxmlformats.org/presentationml/2006/main">
  <p:tag name="MH" val="20160302115757"/>
  <p:tag name="MH_LIBRARY" val="GRAPHIC"/>
  <p:tag name="MH_TYPE" val="Other"/>
  <p:tag name="MH_ORDER" val="1"/>
</p:tagLst>
</file>

<file path=ppt/tags/tag3.xml><?xml version="1.0" encoding="utf-8"?>
<p:tagLst xmlns:p="http://schemas.openxmlformats.org/presentationml/2006/main">
  <p:tag name="MH" val="20160302115757"/>
  <p:tag name="MH_LIBRARY" val="GRAPHIC"/>
  <p:tag name="MH_TYPE" val="Other"/>
  <p:tag name="MH_ORDER" val="2"/>
</p:tagLst>
</file>

<file path=ppt/tags/tag4.xml><?xml version="1.0" encoding="utf-8"?>
<p:tagLst xmlns:p="http://schemas.openxmlformats.org/presentationml/2006/main">
  <p:tag name="MH" val="20160302115757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60302115757"/>
  <p:tag name="MH_LIBRARY" val="GRAPHIC"/>
  <p:tag name="MH_TYPE" val="Other"/>
  <p:tag name="MH_ORDER" val="4"/>
</p:tagLst>
</file>

<file path=ppt/tags/tag6.xml><?xml version="1.0" encoding="utf-8"?>
<p:tagLst xmlns:p="http://schemas.openxmlformats.org/presentationml/2006/main">
  <p:tag name="MH" val="20160302115757"/>
  <p:tag name="MH_LIBRARY" val="GRAPHIC"/>
  <p:tag name="MH_TYPE" val="Other"/>
  <p:tag name="MH_ORDER" val="5"/>
</p:tagLst>
</file>

<file path=ppt/tags/tag7.xml><?xml version="1.0" encoding="utf-8"?>
<p:tagLst xmlns:p="http://schemas.openxmlformats.org/presentationml/2006/main">
  <p:tag name="MH" val="20160302115757"/>
  <p:tag name="MH_LIBRARY" val="GRAPHIC"/>
  <p:tag name="MH_TYPE" val="Other"/>
  <p:tag name="MH_ORDER" val="6"/>
</p:tagLst>
</file>

<file path=ppt/tags/tag8.xml><?xml version="1.0" encoding="utf-8"?>
<p:tagLst xmlns:p="http://schemas.openxmlformats.org/presentationml/2006/main">
  <p:tag name="MH" val="20160302115757"/>
  <p:tag name="MH_LIBRARY" val="GRAPHIC"/>
  <p:tag name="MH_TYPE" val="Other"/>
  <p:tag name="MH_ORDER" val="7"/>
</p:tagLst>
</file>

<file path=ppt/tags/tag9.xml><?xml version="1.0" encoding="utf-8"?>
<p:tagLst xmlns:p="http://schemas.openxmlformats.org/presentationml/2006/main">
  <p:tag name="MH" val="20160302115757"/>
  <p:tag name="MH_LIBRARY" val="GRAPHIC"/>
  <p:tag name="MH_TYPE" val="Other"/>
  <p:tag name="MH_ORDER" val="8"/>
</p:tagLst>
</file>

<file path=ppt/tags/tag10.xml><?xml version="1.0" encoding="utf-8"?>
<p:tagLst xmlns:p="http://schemas.openxmlformats.org/presentationml/2006/main">
  <p:tag name="MH" val="20160302115757"/>
  <p:tag name="MH_LIBRARY" val="GRAPHIC"/>
  <p:tag name="MH_TYPE" val="Other"/>
  <p:tag name="MH_ORDER" val="9"/>
</p:tagLst>
</file>

<file path=ppt/tags/tag11.xml><?xml version="1.0" encoding="utf-8"?>
<p:tagLst xmlns:p="http://schemas.openxmlformats.org/presentationml/2006/main">
  <p:tag name="MH" val="20160302115757"/>
  <p:tag name="MH_LIBRARY" val="GRAPHIC"/>
  <p:tag name="MH_TYPE" val="Other"/>
  <p:tag name="MH_ORDER" val="10"/>
</p:tagLst>
</file>

<file path=ppt/tags/tag12.xml><?xml version="1.0" encoding="utf-8"?>
<p:tagLst xmlns:p="http://schemas.openxmlformats.org/presentationml/2006/main">
  <p:tag name="MH" val="20160302115757"/>
  <p:tag name="MH_LIBRARY" val="GRAPHIC"/>
  <p:tag name="MH_TYPE" val="Other"/>
  <p:tag name="MH_ORDER" val="11"/>
</p:tagLst>
</file>

<file path=ppt/tags/tag13.xml><?xml version="1.0" encoding="utf-8"?>
<p:tagLst xmlns:p="http://schemas.openxmlformats.org/presentationml/2006/main">
  <p:tag name="MH" val="20160302115757"/>
  <p:tag name="MH_LIBRARY" val="GRAPHIC"/>
  <p:tag name="MH_TYPE" val="Other"/>
  <p:tag name="MH_ORDER" val="12"/>
</p:tagLst>
</file>

<file path=ppt/tags/tag14.xml><?xml version="1.0" encoding="utf-8"?>
<p:tagLst xmlns:p="http://schemas.openxmlformats.org/presentationml/2006/main">
  <p:tag name="MH" val="20160302115757"/>
  <p:tag name="MH_LIBRARY" val="GRAPHIC"/>
  <p:tag name="MH_TYPE" val="Other"/>
  <p:tag name="MH_ORDER" val="13"/>
</p:tagLst>
</file>

<file path=ppt/tags/tag15.xml><?xml version="1.0" encoding="utf-8"?>
<p:tagLst xmlns:p="http://schemas.openxmlformats.org/presentationml/2006/main">
  <p:tag name="MH" val="20160302115757"/>
  <p:tag name="MH_LIBRARY" val="GRAPHIC"/>
  <p:tag name="MH_TYPE" val="Other"/>
  <p:tag name="MH_ORDER" val="14"/>
</p:tagLst>
</file>

<file path=ppt/tags/tag16.xml><?xml version="1.0" encoding="utf-8"?>
<p:tagLst xmlns:p="http://schemas.openxmlformats.org/presentationml/2006/main">
  <p:tag name="MH" val="20160302115757"/>
  <p:tag name="MH_LIBRARY" val="GRAPHIC"/>
  <p:tag name="MH_TYPE" val="Other"/>
  <p:tag name="MH_ORDER" val="15"/>
</p:tagLst>
</file>

<file path=ppt/tags/tag17.xml><?xml version="1.0" encoding="utf-8"?>
<p:tagLst xmlns:p="http://schemas.openxmlformats.org/presentationml/2006/main">
  <p:tag name="MH" val="20160302115757"/>
  <p:tag name="MH_LIBRARY" val="GRAPHIC"/>
  <p:tag name="MH_TYPE" val="Other"/>
  <p:tag name="MH_ORDER" val="16"/>
</p:tagLst>
</file>

<file path=ppt/tags/tag18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7"/>
</p:tagLst>
</file>

<file path=ppt/tags/tag19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5"/>
</p:tagLst>
</file>

<file path=ppt/tags/tag20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6"/>
</p:tagLst>
</file>

<file path=ppt/tags/tag21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8"/>
</p:tagLst>
</file>

<file path=ppt/tags/tag22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4"/>
</p:tagLst>
</file>

<file path=ppt/tags/tag23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1"/>
</p:tagLst>
</file>

<file path=ppt/tags/tag24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2"/>
</p:tagLst>
</file>

<file path=ppt/tags/tag25.xml><?xml version="1.0" encoding="utf-8"?>
<p:tagLst xmlns:p="http://schemas.openxmlformats.org/presentationml/2006/main">
  <p:tag name="MH" val="20160302115757"/>
  <p:tag name="MH_LIBRARY" val="GRAPHIC"/>
  <p:tag name="MH_TYPE" val="SubTitle"/>
  <p:tag name="MH_ORDER" val="3"/>
</p:tagLst>
</file>

<file path=ppt/tags/tag26.xml><?xml version="1.0" encoding="utf-8"?>
<p:tagLst xmlns:p="http://schemas.openxmlformats.org/presentationml/2006/main">
  <p:tag name="MH" val="20190709155754"/>
  <p:tag name="MH_LIBRARY" val="GRAPHIC"/>
</p:tagLst>
</file>

<file path=ppt/tags/tag27.xml><?xml version="1.0" encoding="utf-8"?>
<p:tagLst xmlns:p="http://schemas.openxmlformats.org/presentationml/2006/main">
  <p:tag name="ISLIDE.VECTOR" val="61a16fa4-1209-4f4f-8527-420194658f59"/>
</p:tagLst>
</file>

<file path=ppt/tags/tag28.xml><?xml version="1.0" encoding="utf-8"?>
<p:tagLst xmlns:p="http://schemas.openxmlformats.org/presentationml/2006/main">
  <p:tag name="ISLIDE.VECTOR" val="#188987;#184793;#184330;"/>
</p:tagLst>
</file>

<file path=ppt/tags/tag29.xml><?xml version="1.0" encoding="utf-8"?>
<p:tagLst xmlns:p="http://schemas.openxmlformats.org/presentationml/2006/main">
  <p:tag name="ISLIDE.VECTOR" val="909048c5-63a7-4236-bf69-4f8dbdcf903e"/>
</p:tagLst>
</file>

<file path=ppt/tags/tag30.xml><?xml version="1.0" encoding="utf-8"?>
<p:tagLst xmlns:p="http://schemas.openxmlformats.org/presentationml/2006/main">
  <p:tag name="ISLIDE.VECTOR" val="2508fa81-c519-466e-b789-47354ecb3237"/>
</p:tagLst>
</file>

<file path=ppt/tags/tag31.xml><?xml version="1.0" encoding="utf-8"?>
<p:tagLst xmlns:p="http://schemas.openxmlformats.org/presentationml/2006/main">
  <p:tag name="ISLIDE.VECTOR" val="edf3baa6-246d-4269-bbde-1c3d7f9eb218"/>
</p:tagLst>
</file>

<file path=ppt/tags/tag32.xml><?xml version="1.0" encoding="utf-8"?>
<p:tagLst xmlns:p="http://schemas.openxmlformats.org/presentationml/2006/main">
  <p:tag name="ISLIDE.VECTOR" val="40463e25-18d5-4e84-b439-af3b39b68af1"/>
</p:tagLst>
</file>

<file path=ppt/tags/tag33.xml><?xml version="1.0" encoding="utf-8"?>
<p:tagLst xmlns:p="http://schemas.openxmlformats.org/presentationml/2006/main">
  <p:tag name="ISLIDE.VECTOR" val="2ba576d4-227b-4c11-9f56-32fef1961acf"/>
</p:tagLst>
</file>

<file path=ppt/tags/tag34.xml><?xml version="1.0" encoding="utf-8"?>
<p:tagLst xmlns:p="http://schemas.openxmlformats.org/presentationml/2006/main">
  <p:tag name="MH" val="20161109213826"/>
  <p:tag name="MH_LIBRARY" val="GRAPHIC"/>
</p:tagLst>
</file>

<file path=ppt/tags/tag35.xml><?xml version="1.0" encoding="utf-8"?>
<p:tagLst xmlns:p="http://schemas.openxmlformats.org/presentationml/2006/main">
  <p:tag name="commondata" val="eyJoZGlkIjoiMzEwNTM5NzYwMDRjMzkwZTVkZjY2ODkwMGIxNGU0OTUifQ=="/>
  <p:tag name="resource_record_key" val="{&quot;13&quot;:[20482077]}"/>
</p:tagLst>
</file>

<file path=ppt/theme/theme1.xml><?xml version="1.0" encoding="utf-8"?>
<a:theme xmlns:a="http://schemas.openxmlformats.org/drawingml/2006/main" name="4_Office 主题​​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1124</ns0:Words>
  <ns0:Application>WPS 演示</ns0:Application>
  <ns0:PresentationFormat>宽屏</ns0:PresentationFormat>
  <ns0:Paragraphs>294</ns0:Paragraphs>
  <ns0:Slides>14</ns0:Slides>
  <ns0:Notes>5</ns0:Notes>
  <ns0:HiddenSlides>0</ns0:HiddenSlides>
  <ns0:MMClips>0</ns0:MMClips>
  <ns0:ScaleCrop>false</ns0:ScaleCrop>
  <ns0:HeadingPairs>
    <ns1:vector baseType="variant" size="6">
      <ns1:variant>
        <ns1:lpstr>已用的字体</ns1:lpstr>
      </ns1:variant>
      <ns1:variant>
        <ns1:i4>13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15</ns1:i4>
      </ns1:variant>
    </ns1:vector>
  </ns0:HeadingPairs>
  <ns0:TitlesOfParts>
    <ns1:vector baseType="lpstr" size="29">
      <ns1:lpstr>Arial</ns1:lpstr>
      <ns1:lpstr>宋体</ns1:lpstr>
      <ns1:lpstr>Wingdings</ns1:lpstr>
      <ns1:lpstr>华文中宋</ns1:lpstr>
      <ns1:lpstr>微软雅黑</ns1:lpstr>
      <ns1:lpstr>黑体</ns1:lpstr>
      <ns1:lpstr>Calibri</ns1:lpstr>
      <ns1:lpstr>等线</ns1:lpstr>
      <ns1:lpstr>Arial</ns1:lpstr>
      <ns1:lpstr>Calibri</ns1:lpstr>
      <ns1:lpstr>Tahoma</ns1:lpstr>
      <ns1:lpstr>Arial Narrow</ns1:lpstr>
      <ns1:lpstr>Arial Unicode MS</ns1:lpstr>
      <ns1:lpstr>4_Office 主题​​</ns1:lpstr>
      <ns1:lpstr>PowerPoint 演示文稿</ns1:lpstr>
      <ns1:lpstr>个人介绍：猜猜看哪个信息是假的？</ns1:lpstr>
      <ns1:lpstr>猜一猜？</ns1:lpstr>
      <ns1:lpstr>我的成长历程</ns1:lpstr>
      <ns1:lpstr>洪海江</ns1:lpstr>
      <ns1:lpstr>重要模块勾</ns1:lpstr>
      <ns1:lpstr>PowerPoint 演示文稿</ns1:lpstr>
      <ns1:lpstr>学习目标：</ns1:lpstr>
      <ns1:lpstr>一、穿着风格看品位</ns1:lpstr>
      <ns1:lpstr>举例：汪总的巴宝莉</ns1:lpstr>
      <ns1:lpstr>小练习：（自行设计）</ns1:lpstr>
      <ns1:lpstr>重要模块结束学习转化</ns1:lpstr>
      <ns1:lpstr>口诀：</ns1:lpstr>
      <ns1:lpstr>PowerPoint 演示文稿</ns1:lpstr>
      <ns1:lpstr>学习目标动词简化表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洪海江</cp:lastModifiedBy>
  <cp:revision>923</cp:revision>
  <dcterms:created xsi:type="dcterms:W3CDTF">2013-01-22T14:34:00Z</dcterms:created>
  <dcterms:modified xsi:type="dcterms:W3CDTF">2024-04-26T00:54:13Z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FD4BD1C51C63425C837CC024FD004A9A_13</vt:lpwstr>
  </property>
  <property fmtid="{D5CDD505-2E9C-101B-9397-08002B2CF9AE}" pid="3" name="KSOProductBuildVer">
    <vt:lpwstr>2052-12.1.0.16729</vt:lpwstr>
  </property>
</Properties>
</file>